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311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280160"/>
            <a:ext cx="4023360" cy="4297680"/>
          </a:xfrm>
          <a:prstGeom prst="roundRect">
            <a:avLst>
              <a:gd name="adj" fmla="val 4545"/>
            </a:avLst>
          </a:prstGeom>
          <a:solidFill>
            <a:srgbClr val="D9815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RoomRestyle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Odanı harcamadan önce gör.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B8A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Beğendiğin ürünü, kendi odanda, almadan önce dene.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PRODUCT CHALLENGE · “VISUAL EXPERIENCE”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532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Batuhan Hazar Özkeskin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B8AF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roomrestyle-app.vercel.app  ·  canlı, çok kullanıcılı, deploy edilmiş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Parayı harcamadan önce sonucu göremiyorsun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72800" cy="896112"/>
          </a:xfrm>
          <a:prstGeom prst="roundRect">
            <a:avLst>
              <a:gd name="adj" fmla="val 10204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768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81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A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7627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bedelli, geri dönüşü zor karar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17627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koltuk, bir yenileme — yanlış çıkarsa para + iade + pişmanlık.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81528"/>
            <a:ext cx="10972800" cy="896112"/>
          </a:xfrm>
          <a:prstGeom prst="roundRect">
            <a:avLst>
              <a:gd name="adj" fmla="val 10204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3009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815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A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2004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“Benim odamda” belirsizliği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20040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Mağazadaki ürün senin salonuna yakışacak mı, kapıdan geçecek mi? Bilinmiyor.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10972800" cy="896112"/>
          </a:xfrm>
          <a:prstGeom prst="roundRect">
            <a:avLst>
              <a:gd name="adj" fmla="val 10204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3251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815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A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245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araçları güzel ama inandırıcı değil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422452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Duvarı, pencereyi, oranları bozuyorlar → sonuç artık senin odan değil.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129784"/>
            <a:ext cx="10972800" cy="896112"/>
          </a:xfrm>
          <a:prstGeom prst="roundRect">
            <a:avLst>
              <a:gd name="adj" fmla="val 10204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349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815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A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24865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İlham var, aksiyon yok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5248656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güzel bir resimde bitiyor. “Ne alacağım, kaça?” köprüsü yok.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62872" y="6400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RoomRestyle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İÇGÖRÜ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İnsanların istediği hayal gücü değil — </a:t>
            </a:r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karar güveni.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B8A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“Güzel bir oda göster” değil; “benim odamda, benim alacağım ürünle, gerçekten böyle mi duracak?” sorusuna güvenilir cevap.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Mimariye saygı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81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inandırıcılık = güven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120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Structure-Lock: duvar, pencere, oran korunur; sadece dekor değişir.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3977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İlhamdan aksiyona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4681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kararın tamamlanması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5120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Bütçeli alışveriş listesi + kendi ürününü odana koyma (Mod B).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144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açı: iç mimarlık geçmişim var — bu problemi teoriden değil, yaşayarak tanıyorum. “Problemi yaşayan PM.”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262872" y="6400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RoomRestyle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HEDEF KULLANICI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Satın alma kararının tam öncesindeki mikro-an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BİRİNCİL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974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sahibi / kiracı, 25–45, Türkiye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odayı yenilemeyi ya da belirli bir mobilyayı almayı düşünüyor; yanlış karardan (para + iade) çekiniyor.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846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anı: </a:t>
            </a:r>
            <a:pPr indent="0" marL="0">
              <a:buNone/>
            </a:pPr>
            <a:r>
              <a:rPr lang="en-US" sz="1500" b="1" i="1" dirty="0">
                <a:solidFill>
                  <a:srgbClr val="D981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“bunu alsam mı?”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İKİNCİL (VİZYON)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974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iç mimar &amp; emlakçı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Müşteriye saniyeler içinde inandırıcı bir prova göstermek için. B2B2C dağıtım kapısı.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bu tek, net anı hedefliyor — genel bir “dekorasyon uygulaması” olmaya çalışmıyor.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262872" y="6400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RoomRestyle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ÇÖZÜM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mod, sahiplendiğimiz tek döngü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2788920"/>
          </a:xfrm>
          <a:prstGeom prst="roundRect">
            <a:avLst>
              <a:gd name="adj" fmla="val 3279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 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6334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Odanı yeniden tasarla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004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 fotoğrafı + 6 küratörlü stil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korunarak yeniden tasarım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Önce/sonra kaydırıcı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Bütçeli alışveriş listesi (TL)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257800" cy="2788920"/>
          </a:xfrm>
          <a:prstGeom prst="roundRect">
            <a:avLst>
              <a:gd name="adj" fmla="val 3279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4808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 B · FLAGSHIP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64808" y="26334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Mobilyanı odana yerleştir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32004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 + beğendiğin ürünün fotoğrafı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 (sol/orta/sağ) + gerçek genişlik (cm)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spesifik ürün, gerçekçi ölçek &amp; ışık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linki → “Satın Al” butonu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972800" cy="1234440"/>
          </a:xfrm>
          <a:prstGeom prst="roundRect">
            <a:avLst>
              <a:gd name="adj" fmla="val 7407"/>
            </a:avLst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5285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SAHİPLENDİĞİMİZ DÖNGÜ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59612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İlham</a:t>
            </a:r>
            <a:pPr indent="0" marL="0">
              <a:buNone/>
            </a:pPr>
            <a:r>
              <a:rPr lang="en-US" sz="1900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19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kendi aday ürününü kendi odanda gör</a:t>
            </a:r>
            <a:pPr indent="0" marL="0">
              <a:buNone/>
            </a:pPr>
            <a:r>
              <a:rPr lang="en-US" sz="1900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19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Türkiye'den gerçekten satın al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262872" y="6400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RoomRestyle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· GERÇEK ÇIKTI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Aynı oda, korunan mimari, değişen stil</a:t>
            </a:r>
            <a:endParaRPr lang="en-US" sz="3400" dirty="0"/>
          </a:p>
        </p:txBody>
      </p:sp>
      <p:pic>
        <p:nvPicPr>
          <p:cNvPr id="4" name="Image 0" descr="/home/claude/showcase-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2148840"/>
            <a:ext cx="2635857" cy="3566160"/>
          </a:xfrm>
          <a:prstGeom prst="rect">
            <a:avLst/>
          </a:prstGeom>
        </p:spPr>
      </p:pic>
      <p:pic>
        <p:nvPicPr>
          <p:cNvPr id="5" name="Image 1" descr="/home/claude/showcase-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2635857" cy="35661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788920" y="2286000"/>
            <a:ext cx="1005840" cy="292608"/>
          </a:xfrm>
          <a:prstGeom prst="rect">
            <a:avLst/>
          </a:prstGeom>
          <a:solidFill>
            <a:srgbClr val="1E1B18"/>
          </a:solidFill>
          <a:ln w="12700">
            <a:solidFill>
              <a:srgbClr val="3A34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ÖNCE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8167977" y="2286000"/>
            <a:ext cx="1005840" cy="292608"/>
          </a:xfrm>
          <a:prstGeom prst="rect">
            <a:avLst/>
          </a:prstGeom>
          <a:solidFill>
            <a:srgbClr val="D981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A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SONRA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2788920" y="58978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 korundu ✓   duvarlar · pencereler · oranlar sabit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9262872" y="6400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RoomRestyle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REKABET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döngüyü kimse tam kurmuyor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OYUNCU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06908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 YAPIYOR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2103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BOŞLUĞU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972800" cy="566928"/>
          </a:xfrm>
          <a:prstGeom prst="roundRect">
            <a:avLst>
              <a:gd name="adj" fmla="val 16129"/>
            </a:avLst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RoomGPT / Interior AI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25146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İlham verir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5146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Aksiyon yok; mimariyi bozabiliyor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972800" cy="566928"/>
          </a:xfrm>
          <a:prstGeom prst="roundRect">
            <a:avLst>
              <a:gd name="adj" fmla="val 16129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1729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Reimagine Home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31729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Shop-the-look satar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31729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ürün (seninki değil), TR/TL değil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31336"/>
            <a:ext cx="10972800" cy="566928"/>
          </a:xfrm>
          <a:prstGeom prst="roundRect">
            <a:avLst>
              <a:gd name="adj" fmla="val 16129"/>
            </a:avLst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83133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IKEA Kreativ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383133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Ürününü odana koyar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383133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IKEA kataloğu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489704"/>
            <a:ext cx="10972800" cy="566928"/>
          </a:xfrm>
          <a:prstGeom prst="roundRect">
            <a:avLst>
              <a:gd name="adj" fmla="val 16129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4897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Collov / Spacely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448970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Pro, 4K, 360°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448970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Ağır, pahalı, TR odaklı değil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193792"/>
            <a:ext cx="10972800" cy="603504"/>
          </a:xfrm>
          <a:prstGeom prst="roundRect">
            <a:avLst>
              <a:gd name="adj" fmla="val 15152"/>
            </a:avLst>
          </a:prstGeom>
          <a:solidFill>
            <a:srgbClr val="D98159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519379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RoomRestyle:  </a:t>
            </a:r>
            <a:pPr indent="0" marL="0">
              <a:buNone/>
            </a:pPr>
            <a:r>
              <a:rPr lang="en-US" sz="1400" dirty="0">
                <a:solidFill>
                  <a:srgbClr val="0B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satıcı-agnostik + Türkiye-gerçeği + mimariye saygılı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262872" y="6400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RoomRestyle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 KARARLARI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Before You Build — kod yazmadan önce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037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3288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= sonucu görememe. Kapsam dışı (bilinçli): sosyal, ödeme, 3D/AR, mobil native.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205740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22037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53288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Storage'da, meta Postgres'te. İzolasyon DB'de: RLS auth.uid()=user_id + yol + signed URL.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4381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6732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sunucuda, key env'de (tarayıcı görmez). Hata→nazik mesaj+tekrar. Uzun→aşamalı durum.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29184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34381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76732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Tip/boyut doğrulama (10MB), 401 auth, 403 RLS, 429 rate limit, kısa ömürlü signed URL.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6725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0017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Structure-lock prompt mimariyi korur. Girdi oranı → aspect_ratio; “önce” sharp ile hizalanır.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52628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67258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Case'in çekirdeği: ürün kadar arkasındaki muhakeme. Beş başlığın hepsi ürünün içinde çalışıyor — slaytta değil, canlıda.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262872" y="6400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RoomRestyle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ORKESTRASYONU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model değil — rollerine göre üç AI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93008" cy="2286000"/>
          </a:xfrm>
          <a:prstGeom prst="roundRect">
            <a:avLst>
              <a:gd name="adj" fmla="val 4000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317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981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A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52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 + strateji + mimari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2102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Uygulamanın tamamını yazdı, rakip/wedge analizini çıkardı.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2103120"/>
            <a:ext cx="3493008" cy="2286000"/>
          </a:xfrm>
          <a:prstGeom prst="roundRect">
            <a:avLst>
              <a:gd name="adj" fmla="val 4000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3317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9815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0288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A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852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Nano Banana (fal.ai)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Ürünün görsel motoru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362102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Çok-görsel düzenleme Mod B'yi tek çağrıda mümkün kıldı.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91856" y="2103120"/>
            <a:ext cx="3493008" cy="2286000"/>
          </a:xfrm>
          <a:prstGeom prst="roundRect">
            <a:avLst>
              <a:gd name="adj" fmla="val 4000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23317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9815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66176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A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2852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+ Gemini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Bağımsız 2. &amp; 3. göz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362102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 eleştirip konumlandırmayı keskinleştirdiler.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10972800" cy="1417320"/>
          </a:xfrm>
          <a:prstGeom prst="roundRect">
            <a:avLst>
              <a:gd name="adj" fmla="val 6452"/>
            </a:avLst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GERÇEK KARAR — SERVİS RİSKİ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5175504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free tier görseli 0 hakla verip kartı reddedince motor fal.ai'ye taşındı. Entegrasyon lib/fal.ts arkasında izole olduğu için geçiş kontrol altındaydı. “Bağımlı olduğun servis seni bırakırsa ne yaparsın?” sorusunun yaşanmış cevabı.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62872" y="6400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RoomRestyle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BAŞARI METRIKLERI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Star: üretim değil, karara dönüşen üretim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 STAR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06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Onaylanmış prova</a:t>
            </a:r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B8A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kullanıcının indirdiği / “Satın Al”a tıkladığı / kaydettiği, yani karara güvendiği an.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8679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Aktivasyon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153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→ ilk başarılı önce/sonra oranı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370332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38679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Değer anı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42153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B'de “Satın Al” tıklaması / paylaşım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1023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4498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başına tekrar-deneme (düşük = inandırıcı)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493776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51023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Doğru ölçü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54498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başına tamamlanan prova (haftalık retention değil)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262872" y="6400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RoomRestyle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İŞ MODELI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Metriği ve parayı kullanım sıklığına göre seç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Yenileme düşük sıklıklı bir ihtiyaç (3–5 yılda bir) → saf SaaS aboneliği zayıf kalır.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880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Affiliate komisyon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474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Trendyol / Vivense / Hepsiburada üzerinden satın alma başına %3–8. Ürün zaten satın alma niyetinin tam anında duruyor.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60604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4808" y="2880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Tek-seferlik kredi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464808" y="3474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 kullanan (iç mimar / emlakçı) için paket. Düşük sıklıklı tüketiciyi zorlamaz.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029200"/>
            <a:ext cx="10972800" cy="1051560"/>
          </a:xfrm>
          <a:prstGeom prst="roundRect">
            <a:avLst>
              <a:gd name="adj" fmla="val 8696"/>
            </a:avLst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50292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“Gerçek PM” sinyali: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 modelini ürünün doğasına göre kurmak — sunumda anlatılır, MVP'de inşa edilmez (kapsam disiplini).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262872" y="6400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RoomRestyle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İlk 1000 kullanıcı — karar anına yakın dur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72800" cy="1115568"/>
          </a:xfrm>
          <a:prstGeom prst="roundRect">
            <a:avLst>
              <a:gd name="adj" fmla="val 8197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780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81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A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33172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UGC / kısa video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2331720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“Mobilya iade fiyaskosu” / “aldım, salonuma olmadı” temalı TikTok–Reels. Problemi yaşayan kitleye birebir.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0972800" cy="1115568"/>
          </a:xfrm>
          <a:prstGeom prst="roundRect">
            <a:avLst>
              <a:gd name="adj" fmla="val 8197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581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815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A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61188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Topluluk tohumlama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3611880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çeyiz/dekor grupları, Ekşi/DonanımHaber — kararın verildiği yerlerde organik varlık.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972800" cy="1115568"/>
          </a:xfrm>
          <a:prstGeom prst="roundRect">
            <a:avLst>
              <a:gd name="adj" fmla="val 8197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0383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815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A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89204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B2B2C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4892040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iç mimar &amp; emlakçıya ücretsiz Pro → onların müşterileri ürünle tanışır.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62872" y="6400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RoomRestyle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RISKLER · DÜRÜSTÇE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büyük riskimi ben söylüyorum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72800" cy="1463040"/>
          </a:xfrm>
          <a:prstGeom prst="roundRect">
            <a:avLst>
              <a:gd name="adj" fmla="val 6250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219456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 halüsinasyonu + düşük sıklık.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gerçek ölçü bilmez; 220 cm koltuk kapıdan geçmeyebilir. Azaltma: cm genişlik girdisi + fotoğraf rehberi; yol haritasında kapı/oran doğrulama.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977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4A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Dağıtım moat'ı teknik değil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572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kopyalanabilir. Asıl savunma dağıtımda: Chrome eklentisi + e-ticaret “Odanda Gör” widget'ı (vizyon).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37490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3977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4A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Alışveriş listesi henüz zayıf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4572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 an AI tahmini fiyat + arama linki — gerçek satın alınabilir ürün değil. En kritik bir sonraki adım.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262872" y="6400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RoomRestyle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 HARITASI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Şimdi canlı → sonraki → vizyon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ŞİMDİ · CANLI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5420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A + Mod B + önce/sonra + bütçe listesi + Projelerim + RLS izolasyonu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401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SONRAKİ · etki/efor sırası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703320"/>
            <a:ext cx="10378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TR ürün kartları (Trendyol/IKEA TR/Koçtaş; görsel + fiyat) — en zayıf halkayı kapatır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seferde 2–4 varyasyon (kolay, algılanan değer yüksek)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“Şunu koru, gerisini değiştir” (structure-lock gücünün üstüne)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Mobilya silme / odayı boşalt (emlak staging kapısı)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21208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VİZYON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56052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Önce/sonra videosu + paylaşılabilir link (viral) · Chrome eklentisi + e-ticaret widget'ı (dağıtım moat'ı)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262872" y="6400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RoomRestyle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ÖĞRENDIKLERIM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case'ten çıkardığım dört ders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 kapsam = strateji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Kalabalık pazarda genel olmak ölüm; sahiplenilen dar bir döngü kazanma şansı.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210312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Servis bağımlılığı bir ürün riski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926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Gemini→fal geçişini yaşayarak öğrendim; sağlam ürün tek servise kilitlenmez.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206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 ürünün doğasından çıkar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00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sıklıklı üründe haftalık retention kovalamak yanlış soruyu ölçmek olurdu.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397764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E1B18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4206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Dürüstlük ürünü güçlendirir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800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 çözmediğimi ve #1 riskimi net söylemek ürünü zayıflatmaz — güvenilir yapar.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262872" y="6400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· RoomRestyle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097280"/>
            <a:ext cx="3840480" cy="4663440"/>
          </a:xfrm>
          <a:prstGeom prst="roundRect">
            <a:avLst>
              <a:gd name="adj" fmla="val 4762"/>
            </a:avLst>
          </a:prstGeom>
          <a:solidFill>
            <a:srgbClr val="D98159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TEŞEKKÜRLER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Odanı harcamadan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D98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önce gör.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B8A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Küçük kapsam, keskin odak, dürüst muhakeme — çalışan, canlı, çok kullanıcılı bir AI ürünü.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Batuhan Hazar Özkeskin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981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roomrestyle-app.vercel.app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B8AF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github.com/BatuhanOzkeskin/roomrestyle-app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2026-09-24T12:55:35Z</dcterms:created>
  <dcterms:modified xsi:type="dcterms:W3CDTF">2026-09-24T12:55:35Z</dcterms:modified>
</cp:coreProperties>
</file>